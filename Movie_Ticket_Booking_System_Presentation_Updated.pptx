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FAA568-BC82-7051-616D-3954DF3BA935}" v="162" dt="2026-10-30T12:07:37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ruvraj Sisodiya" userId="35f0a1c6b1a63dc0" providerId="Windows Live" clId="Web-{A6FAA568-BC82-7051-616D-3954DF3BA935}"/>
    <pc:docChg chg="modSld">
      <pc:chgData name="Dhruvraj Sisodiya" userId="35f0a1c6b1a63dc0" providerId="Windows Live" clId="Web-{A6FAA568-BC82-7051-616D-3954DF3BA935}" dt="2026-10-30T12:07:37.104" v="77" actId="20577"/>
      <pc:docMkLst>
        <pc:docMk/>
      </pc:docMkLst>
      <pc:sldChg chg="modSp">
        <pc:chgData name="Dhruvraj Sisodiya" userId="35f0a1c6b1a63dc0" providerId="Windows Live" clId="Web-{A6FAA568-BC82-7051-616D-3954DF3BA935}" dt="2026-10-30T12:07:37.104" v="77" actId="20577"/>
        <pc:sldMkLst>
          <pc:docMk/>
          <pc:sldMk cId="0" sldId="256"/>
        </pc:sldMkLst>
        <pc:spChg chg="mod">
          <ac:chgData name="Dhruvraj Sisodiya" userId="35f0a1c6b1a63dc0" providerId="Windows Live" clId="Web-{A6FAA568-BC82-7051-616D-3954DF3BA935}" dt="2026-10-30T12:07:37.104" v="77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  <pc:docChgLst>
    <pc:chgData name="Dhruvraj Sisodiya" userId="35f0a1c6b1a63dc0" providerId="Windows Live" clId="Web-{02521C70-A232-8624-F287-9EC7B47EA6B4}"/>
    <pc:docChg chg="modSld modMainMaster">
      <pc:chgData name="Dhruvraj Sisodiya" userId="35f0a1c6b1a63dc0" providerId="Windows Live" clId="Web-{02521C70-A232-8624-F287-9EC7B47EA6B4}" dt="2026-10-26T09:39:32.067" v="301" actId="14100"/>
      <pc:docMkLst>
        <pc:docMk/>
      </pc:docMkLst>
      <pc:sldChg chg="modSp 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56"/>
        </pc:sldMkLst>
        <pc:spChg chg="mod">
          <ac:chgData name="Dhruvraj Sisodiya" userId="35f0a1c6b1a63dc0" providerId="Windows Live" clId="Web-{02521C70-A232-8624-F287-9EC7B47EA6B4}" dt="2026-10-26T09:13:55.259" v="241" actId="20577"/>
          <ac:spMkLst>
            <pc:docMk/>
            <pc:sldMk cId="0" sldId="256"/>
            <ac:spMk id="5" creationId="{00000000-0000-0000-0000-000000000000}"/>
          </ac:spMkLst>
        </pc:spChg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57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58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59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0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1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2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3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4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5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6"/>
        </pc:sldMkLst>
      </pc:sldChg>
      <pc:sldChg chg="modTransition">
        <pc:chgData name="Dhruvraj Sisodiya" userId="35f0a1c6b1a63dc0" providerId="Windows Live" clId="Web-{02521C70-A232-8624-F287-9EC7B47EA6B4}" dt="2026-10-26T09:27:40.594" v="285"/>
        <pc:sldMkLst>
          <pc:docMk/>
          <pc:sldMk cId="0" sldId="267"/>
        </pc:sldMkLst>
      </pc:sldChg>
      <pc:sldChg chg="modSp modTransition">
        <pc:chgData name="Dhruvraj Sisodiya" userId="35f0a1c6b1a63dc0" providerId="Windows Live" clId="Web-{02521C70-A232-8624-F287-9EC7B47EA6B4}" dt="2026-10-26T09:37:58.393" v="286" actId="14100"/>
        <pc:sldMkLst>
          <pc:docMk/>
          <pc:sldMk cId="4101111954" sldId="268"/>
        </pc:sldMkLst>
        <pc:picChg chg="mod">
          <ac:chgData name="Dhruvraj Sisodiya" userId="35f0a1c6b1a63dc0" providerId="Windows Live" clId="Web-{02521C70-A232-8624-F287-9EC7B47EA6B4}" dt="2026-10-26T09:37:58.393" v="286" actId="14100"/>
          <ac:picMkLst>
            <pc:docMk/>
            <pc:sldMk cId="4101111954" sldId="268"/>
            <ac:picMk id="6" creationId="{A0DD3CA0-AD58-C60E-2AB5-473104D7AA91}"/>
          </ac:picMkLst>
        </pc:picChg>
      </pc:sldChg>
      <pc:sldChg chg="delSp modSp modTransition">
        <pc:chgData name="Dhruvraj Sisodiya" userId="35f0a1c6b1a63dc0" providerId="Windows Live" clId="Web-{02521C70-A232-8624-F287-9EC7B47EA6B4}" dt="2026-10-26T09:39:02.551" v="295"/>
        <pc:sldMkLst>
          <pc:docMk/>
          <pc:sldMk cId="3602633355" sldId="269"/>
        </pc:sldMkLst>
        <pc:picChg chg="mod">
          <ac:chgData name="Dhruvraj Sisodiya" userId="35f0a1c6b1a63dc0" providerId="Windows Live" clId="Web-{02521C70-A232-8624-F287-9EC7B47EA6B4}" dt="2026-10-26T09:38:28.018" v="287" actId="14100"/>
          <ac:picMkLst>
            <pc:docMk/>
            <pc:sldMk cId="3602633355" sldId="269"/>
            <ac:picMk id="13" creationId="{6AB6FE9E-663C-EB64-CE03-DEC8A95F06FF}"/>
          </ac:picMkLst>
        </pc:picChg>
        <pc:picChg chg="mod">
          <ac:chgData name="Dhruvraj Sisodiya" userId="35f0a1c6b1a63dc0" providerId="Windows Live" clId="Web-{02521C70-A232-8624-F287-9EC7B47EA6B4}" dt="2026-10-26T09:38:50.144" v="292" actId="14100"/>
          <ac:picMkLst>
            <pc:docMk/>
            <pc:sldMk cId="3602633355" sldId="269"/>
            <ac:picMk id="14" creationId="{5501D616-98A2-1E26-A3C0-C308C806CF8B}"/>
          </ac:picMkLst>
        </pc:picChg>
        <pc:picChg chg="mod">
          <ac:chgData name="Dhruvraj Sisodiya" userId="35f0a1c6b1a63dc0" providerId="Windows Live" clId="Web-{02521C70-A232-8624-F287-9EC7B47EA6B4}" dt="2026-10-26T09:38:33.644" v="289" actId="1076"/>
          <ac:picMkLst>
            <pc:docMk/>
            <pc:sldMk cId="3602633355" sldId="269"/>
            <ac:picMk id="17" creationId="{98AF3406-607D-B789-661C-FA6629F8B86F}"/>
          </ac:picMkLst>
        </pc:picChg>
      </pc:sldChg>
      <pc:sldChg chg="modSp modTransition">
        <pc:chgData name="Dhruvraj Sisodiya" userId="35f0a1c6b1a63dc0" providerId="Windows Live" clId="Web-{02521C70-A232-8624-F287-9EC7B47EA6B4}" dt="2026-10-26T09:39:32.067" v="301" actId="14100"/>
        <pc:sldMkLst>
          <pc:docMk/>
          <pc:sldMk cId="2593658717" sldId="270"/>
        </pc:sldMkLst>
        <pc:picChg chg="mod">
          <ac:chgData name="Dhruvraj Sisodiya" userId="35f0a1c6b1a63dc0" providerId="Windows Live" clId="Web-{02521C70-A232-8624-F287-9EC7B47EA6B4}" dt="2026-10-26T09:39:12.910" v="296" actId="14100"/>
          <ac:picMkLst>
            <pc:docMk/>
            <pc:sldMk cId="2593658717" sldId="270"/>
            <ac:picMk id="13" creationId="{716EB4DD-2C4E-30C7-DFB8-C0CC7E540475}"/>
          </ac:picMkLst>
        </pc:picChg>
        <pc:picChg chg="mod">
          <ac:chgData name="Dhruvraj Sisodiya" userId="35f0a1c6b1a63dc0" providerId="Windows Live" clId="Web-{02521C70-A232-8624-F287-9EC7B47EA6B4}" dt="2026-10-26T09:39:32.067" v="301" actId="14100"/>
          <ac:picMkLst>
            <pc:docMk/>
            <pc:sldMk cId="2593658717" sldId="270"/>
            <ac:picMk id="14" creationId="{17550E23-1A86-1148-C3CA-81C90BB74294}"/>
          </ac:picMkLst>
        </pc:picChg>
        <pc:picChg chg="mod">
          <ac:chgData name="Dhruvraj Sisodiya" userId="35f0a1c6b1a63dc0" providerId="Windows Live" clId="Web-{02521C70-A232-8624-F287-9EC7B47EA6B4}" dt="2026-10-26T09:39:29.161" v="298" actId="14100"/>
          <ac:picMkLst>
            <pc:docMk/>
            <pc:sldMk cId="2593658717" sldId="270"/>
            <ac:picMk id="15" creationId="{1DA6A021-F022-CF70-CB0C-28213E0DB8BC}"/>
          </ac:picMkLst>
        </pc:picChg>
      </pc:sldChg>
      <pc:sldChg chg="modTransition addAnim delAnim">
        <pc:chgData name="Dhruvraj Sisodiya" userId="35f0a1c6b1a63dc0" providerId="Windows Live" clId="Web-{02521C70-A232-8624-F287-9EC7B47EA6B4}" dt="2026-10-26T09:27:40.594" v="285"/>
        <pc:sldMkLst>
          <pc:docMk/>
          <pc:sldMk cId="2721725031" sldId="271"/>
        </pc:sldMkLst>
      </pc:sldChg>
      <pc:sldMasterChg chg="modTransition modSldLayout">
        <pc:chgData name="Dhruvraj Sisodiya" userId="35f0a1c6b1a63dc0" providerId="Windows Live" clId="Web-{02521C70-A232-8624-F287-9EC7B47EA6B4}" dt="2026-10-26T09:27:40.594" v="285"/>
        <pc:sldMasterMkLst>
          <pc:docMk/>
          <pc:sldMasterMk cId="1765105727" sldId="2147483660"/>
        </pc:sldMasterMkLst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4198366301" sldId="2147483661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614991199" sldId="2147483662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1170617468" sldId="2147483663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765997359" sldId="2147483664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3891357667" sldId="2147483665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642670413" sldId="2147483666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3301602234" sldId="2147483667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330293421" sldId="2147483668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113451408" sldId="2147483669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456438086" sldId="2147483670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466188678" sldId="2147483671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93931286" sldId="2147483672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289128501" sldId="2147483673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779570712" sldId="2147483674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4247714473" sldId="2147483675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409220289" sldId="2147483676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1481202393" sldId="2147483677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93163935" sldId="2147483678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1170660570" sldId="2147483679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1669629711" sldId="2147483680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1547792146" sldId="2147483681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662603880" sldId="2147483682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2414676550" sldId="2147483683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1174614135" sldId="2147483684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3995511105" sldId="2147483685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1715506897" sldId="2147483686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3551786114" sldId="2147483687"/>
          </pc:sldLayoutMkLst>
        </pc:sldLayoutChg>
        <pc:sldLayoutChg chg="modTransition">
          <pc:chgData name="Dhruvraj Sisodiya" userId="35f0a1c6b1a63dc0" providerId="Windows Live" clId="Web-{02521C70-A232-8624-F287-9EC7B47EA6B4}" dt="2026-10-26T09:27:40.594" v="285"/>
          <pc:sldLayoutMkLst>
            <pc:docMk/>
            <pc:sldMasterMk cId="1765105727" sldId="2147483660"/>
            <pc:sldLayoutMk cId="3870532077" sldId="2147483688"/>
          </pc:sldLayoutMkLst>
        </pc:sldLayoutChg>
      </pc:sldMasterChg>
    </pc:docChg>
  </pc:docChgLst>
  <pc:docChgLst>
    <pc:chgData clId="Web-{02521C70-A232-8624-F287-9EC7B47EA6B4}"/>
    <pc:docChg chg="modSld">
      <pc:chgData name="" userId="" providerId="" clId="Web-{02521C70-A232-8624-F287-9EC7B47EA6B4}" dt="2026-10-26T09:07:10.951" v="2" actId="20577"/>
      <pc:docMkLst>
        <pc:docMk/>
      </pc:docMkLst>
      <pc:sldChg chg="modSp">
        <pc:chgData name="" userId="" providerId="" clId="Web-{02521C70-A232-8624-F287-9EC7B47EA6B4}" dt="2026-10-26T09:07:10.951" v="2" actId="20577"/>
        <pc:sldMkLst>
          <pc:docMk/>
          <pc:sldMk cId="0" sldId="256"/>
        </pc:sldMkLst>
        <pc:spChg chg="mod">
          <ac:chgData name="" userId="" providerId="" clId="Web-{02521C70-A232-8624-F287-9EC7B47EA6B4}" dt="2026-10-26T09:07:10.951" v="2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  <pc:docChgLst>
    <pc:chgData name="Dhruvraj Sisodiya" userId="35f0a1c6b1a63dc0" providerId="Windows Live" clId="Web-{EFDA7965-C9A7-40FC-BE02-A42B32811747}"/>
    <pc:docChg chg="mod addSld delSld modSld addMainMaster delMainMaster">
      <pc:chgData name="Dhruvraj Sisodiya" userId="35f0a1c6b1a63dc0" providerId="Windows Live" clId="Web-{EFDA7965-C9A7-40FC-BE02-A42B32811747}" dt="2026-10-24T12:45:01.256" v="175" actId="20577"/>
      <pc:docMkLst>
        <pc:docMk/>
      </pc:docMkLst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56"/>
        </pc:sldMkLst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57"/>
        </pc:sldMkLst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58"/>
        </pc:sldMkLst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59"/>
        </pc:sldMkLst>
      </pc:sldChg>
      <pc:sldChg chg="delSp modSp mod modClrScheme chgLayout">
        <pc:chgData name="Dhruvraj Sisodiya" userId="35f0a1c6b1a63dc0" providerId="Windows Live" clId="Web-{EFDA7965-C9A7-40FC-BE02-A42B32811747}" dt="2026-10-24T12:45:01.256" v="175" actId="20577"/>
        <pc:sldMkLst>
          <pc:docMk/>
          <pc:sldMk cId="0" sldId="260"/>
        </pc:sldMkLst>
        <pc:spChg chg="mod">
          <ac:chgData name="Dhruvraj Sisodiya" userId="35f0a1c6b1a63dc0" providerId="Windows Live" clId="Web-{EFDA7965-C9A7-40FC-BE02-A42B32811747}" dt="2026-10-24T12:45:01.256" v="175" actId="20577"/>
          <ac:spMkLst>
            <pc:docMk/>
            <pc:sldMk cId="0" sldId="260"/>
            <ac:spMk id="4" creationId="{00000000-0000-0000-0000-000000000000}"/>
          </ac:spMkLst>
        </pc:spChg>
      </pc:sldChg>
      <pc:sldChg chg="addSp delSp mod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61"/>
        </pc:sldMkLst>
        <pc:picChg chg="add mod">
          <ac:chgData name="Dhruvraj Sisodiya" userId="35f0a1c6b1a63dc0" providerId="Windows Live" clId="Web-{EFDA7965-C9A7-40FC-BE02-A42B32811747}" dt="2026-10-24T12:35:28.453" v="32" actId="14100"/>
          <ac:picMkLst>
            <pc:docMk/>
            <pc:sldMk cId="0" sldId="261"/>
            <ac:picMk id="17" creationId="{F4E0D21C-6FDC-A336-1EA8-979A8F059744}"/>
          </ac:picMkLst>
        </pc:picChg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62"/>
        </pc:sldMkLst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63"/>
        </pc:sldMkLst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64"/>
        </pc:sldMkLst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65"/>
        </pc:sldMkLst>
      </pc:sldChg>
      <pc:sldChg chg="delSp mod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66"/>
        </pc:sldMkLst>
      </pc:sldChg>
      <pc:sldChg chg="delSp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0" sldId="267"/>
        </pc:sldMkLst>
      </pc:sldChg>
      <pc:sldChg chg="addSp delSp modSp new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4101111954" sldId="268"/>
        </pc:sldMkLst>
        <pc:spChg chg="mod ord">
          <ac:chgData name="Dhruvraj Sisodiya" userId="35f0a1c6b1a63dc0" providerId="Windows Live" clId="Web-{EFDA7965-C9A7-40FC-BE02-A42B32811747}" dt="2026-10-24T12:43:46.738" v="139"/>
          <ac:spMkLst>
            <pc:docMk/>
            <pc:sldMk cId="4101111954" sldId="268"/>
            <ac:spMk id="2" creationId="{0A9D2F8F-8F6E-5E4F-CB77-2466003CEB43}"/>
          </ac:spMkLst>
        </pc:spChg>
        <pc:picChg chg="add mod">
          <ac:chgData name="Dhruvraj Sisodiya" userId="35f0a1c6b1a63dc0" providerId="Windows Live" clId="Web-{EFDA7965-C9A7-40FC-BE02-A42B32811747}" dt="2026-10-24T12:38:59.993" v="79" actId="14100"/>
          <ac:picMkLst>
            <pc:docMk/>
            <pc:sldMk cId="4101111954" sldId="268"/>
            <ac:picMk id="6" creationId="{A0DD3CA0-AD58-C60E-2AB5-473104D7AA91}"/>
          </ac:picMkLst>
        </pc:picChg>
        <pc:picChg chg="add mod">
          <ac:chgData name="Dhruvraj Sisodiya" userId="35f0a1c6b1a63dc0" providerId="Windows Live" clId="Web-{EFDA7965-C9A7-40FC-BE02-A42B32811747}" dt="2026-10-24T12:38:54.149" v="78" actId="14100"/>
          <ac:picMkLst>
            <pc:docMk/>
            <pc:sldMk cId="4101111954" sldId="268"/>
            <ac:picMk id="7" creationId="{BAA42757-457C-5229-BDB3-04DE695A4DD7}"/>
          </ac:picMkLst>
        </pc:picChg>
        <pc:picChg chg="add mod">
          <ac:chgData name="Dhruvraj Sisodiya" userId="35f0a1c6b1a63dc0" providerId="Windows Live" clId="Web-{EFDA7965-C9A7-40FC-BE02-A42B32811747}" dt="2026-10-24T12:39:07.665" v="80" actId="14100"/>
          <ac:picMkLst>
            <pc:docMk/>
            <pc:sldMk cId="4101111954" sldId="268"/>
            <ac:picMk id="8" creationId="{67FE6FFD-2520-FEDA-1336-4F5D7A295C18}"/>
          </ac:picMkLst>
        </pc:picChg>
        <pc:picChg chg="add mod">
          <ac:chgData name="Dhruvraj Sisodiya" userId="35f0a1c6b1a63dc0" providerId="Windows Live" clId="Web-{EFDA7965-C9A7-40FC-BE02-A42B32811747}" dt="2026-10-24T12:39:11.196" v="81" actId="14100"/>
          <ac:picMkLst>
            <pc:docMk/>
            <pc:sldMk cId="4101111954" sldId="268"/>
            <ac:picMk id="9" creationId="{49805ECB-BB80-427C-06C6-976698C49F47}"/>
          </ac:picMkLst>
        </pc:picChg>
      </pc:sldChg>
      <pc:sldChg chg="addSp delSp modSp new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3602633355" sldId="269"/>
        </pc:sldMkLst>
        <pc:spChg chg="add">
          <ac:chgData name="Dhruvraj Sisodiya" userId="35f0a1c6b1a63dc0" providerId="Windows Live" clId="Web-{EFDA7965-C9A7-40FC-BE02-A42B32811747}" dt="2026-10-24T12:39:40.213" v="85"/>
          <ac:spMkLst>
            <pc:docMk/>
            <pc:sldMk cId="3602633355" sldId="269"/>
            <ac:spMk id="4" creationId="{9DAF7141-EF3E-F4B9-1F03-BE8F2D976B04}"/>
          </ac:spMkLst>
        </pc:spChg>
        <pc:picChg chg="add">
          <ac:chgData name="Dhruvraj Sisodiya" userId="35f0a1c6b1a63dc0" providerId="Windows Live" clId="Web-{EFDA7965-C9A7-40FC-BE02-A42B32811747}" dt="2026-10-24T12:39:40.229" v="86"/>
          <ac:picMkLst>
            <pc:docMk/>
            <pc:sldMk cId="3602633355" sldId="269"/>
            <ac:picMk id="6" creationId="{D03C5350-4CD8-4FCF-80A6-9BB790E7D02C}"/>
          </ac:picMkLst>
        </pc:picChg>
        <pc:picChg chg="add mod">
          <ac:chgData name="Dhruvraj Sisodiya" userId="35f0a1c6b1a63dc0" providerId="Windows Live" clId="Web-{EFDA7965-C9A7-40FC-BE02-A42B32811747}" dt="2026-10-24T12:40:21.168" v="95" actId="14100"/>
          <ac:picMkLst>
            <pc:docMk/>
            <pc:sldMk cId="3602633355" sldId="269"/>
            <ac:picMk id="13" creationId="{6AB6FE9E-663C-EB64-CE03-DEC8A95F06FF}"/>
          </ac:picMkLst>
        </pc:picChg>
        <pc:picChg chg="add mod">
          <ac:chgData name="Dhruvraj Sisodiya" userId="35f0a1c6b1a63dc0" providerId="Windows Live" clId="Web-{EFDA7965-C9A7-40FC-BE02-A42B32811747}" dt="2026-10-24T12:40:47.950" v="99" actId="14100"/>
          <ac:picMkLst>
            <pc:docMk/>
            <pc:sldMk cId="3602633355" sldId="269"/>
            <ac:picMk id="14" creationId="{5501D616-98A2-1E26-A3C0-C308C806CF8B}"/>
          </ac:picMkLst>
        </pc:picChg>
        <pc:picChg chg="add mod">
          <ac:chgData name="Dhruvraj Sisodiya" userId="35f0a1c6b1a63dc0" providerId="Windows Live" clId="Web-{EFDA7965-C9A7-40FC-BE02-A42B32811747}" dt="2026-10-24T12:41:51.734" v="111" actId="14100"/>
          <ac:picMkLst>
            <pc:docMk/>
            <pc:sldMk cId="3602633355" sldId="269"/>
            <ac:picMk id="17" creationId="{98AF3406-607D-B789-661C-FA6629F8B86F}"/>
          </ac:picMkLst>
        </pc:picChg>
      </pc:sldChg>
      <pc:sldChg chg="addSp delSp modSp new mod modClrScheme chgLayout">
        <pc:chgData name="Dhruvraj Sisodiya" userId="35f0a1c6b1a63dc0" providerId="Windows Live" clId="Web-{EFDA7965-C9A7-40FC-BE02-A42B32811747}" dt="2026-10-24T12:43:46.738" v="139"/>
        <pc:sldMkLst>
          <pc:docMk/>
          <pc:sldMk cId="2593658717" sldId="270"/>
        </pc:sldMkLst>
        <pc:spChg chg="add">
          <ac:chgData name="Dhruvraj Sisodiya" userId="35f0a1c6b1a63dc0" providerId="Windows Live" clId="Web-{EFDA7965-C9A7-40FC-BE02-A42B32811747}" dt="2026-10-24T12:42:05.359" v="114"/>
          <ac:spMkLst>
            <pc:docMk/>
            <pc:sldMk cId="2593658717" sldId="270"/>
            <ac:spMk id="4" creationId="{81C52791-AE95-B76D-2F88-75C25FAA3A0A}"/>
          </ac:spMkLst>
        </pc:spChg>
        <pc:picChg chg="add mod">
          <ac:chgData name="Dhruvraj Sisodiya" userId="35f0a1c6b1a63dc0" providerId="Windows Live" clId="Web-{EFDA7965-C9A7-40FC-BE02-A42B32811747}" dt="2026-10-24T12:42:56.220" v="129" actId="14100"/>
          <ac:picMkLst>
            <pc:docMk/>
            <pc:sldMk cId="2593658717" sldId="270"/>
            <ac:picMk id="13" creationId="{716EB4DD-2C4E-30C7-DFB8-C0CC7E540475}"/>
          </ac:picMkLst>
        </pc:picChg>
        <pc:picChg chg="add mod">
          <ac:chgData name="Dhruvraj Sisodiya" userId="35f0a1c6b1a63dc0" providerId="Windows Live" clId="Web-{EFDA7965-C9A7-40FC-BE02-A42B32811747}" dt="2026-10-24T12:43:15.549" v="135" actId="14100"/>
          <ac:picMkLst>
            <pc:docMk/>
            <pc:sldMk cId="2593658717" sldId="270"/>
            <ac:picMk id="14" creationId="{17550E23-1A86-1148-C3CA-81C90BB74294}"/>
          </ac:picMkLst>
        </pc:picChg>
        <pc:picChg chg="add mod">
          <ac:chgData name="Dhruvraj Sisodiya" userId="35f0a1c6b1a63dc0" providerId="Windows Live" clId="Web-{EFDA7965-C9A7-40FC-BE02-A42B32811747}" dt="2026-10-24T12:43:27.034" v="137" actId="1076"/>
          <ac:picMkLst>
            <pc:docMk/>
            <pc:sldMk cId="2593658717" sldId="270"/>
            <ac:picMk id="15" creationId="{1DA6A021-F022-CF70-CB0C-28213E0DB8BC}"/>
          </ac:picMkLst>
        </pc:picChg>
      </pc:sldChg>
      <pc:sldChg chg="addSp modSp new mod modClrScheme chgLayout">
        <pc:chgData name="Dhruvraj Sisodiya" userId="35f0a1c6b1a63dc0" providerId="Windows Live" clId="Web-{EFDA7965-C9A7-40FC-BE02-A42B32811747}" dt="2026-10-24T12:44:16.708" v="171" actId="20577"/>
        <pc:sldMkLst>
          <pc:docMk/>
          <pc:sldMk cId="2721725031" sldId="271"/>
        </pc:sldMkLst>
        <pc:spChg chg="add mod">
          <ac:chgData name="Dhruvraj Sisodiya" userId="35f0a1c6b1a63dc0" providerId="Windows Live" clId="Web-{EFDA7965-C9A7-40FC-BE02-A42B32811747}" dt="2026-10-24T12:44:16.708" v="171" actId="20577"/>
          <ac:spMkLst>
            <pc:docMk/>
            <pc:sldMk cId="2721725031" sldId="271"/>
            <ac:spMk id="2" creationId="{03C820A2-767F-40CD-165E-3048EAE39245}"/>
          </ac:spMkLst>
        </pc:spChg>
      </pc:sldChg>
      <pc:sldMasterChg chg="add addSldLayout modSldLayout">
        <pc:chgData name="Dhruvraj Sisodiya" userId="35f0a1c6b1a63dc0" providerId="Windows Live" clId="Web-{EFDA7965-C9A7-40FC-BE02-A42B32811747}" dt="2026-10-24T12:43:46.738" v="139"/>
        <pc:sldMasterMkLst>
          <pc:docMk/>
          <pc:sldMasterMk cId="1765105727" sldId="2147483660"/>
        </pc:sldMasterMkLst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4198366301" sldId="2147483661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614991199" sldId="2147483662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1170617468" sldId="2147483663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765997359" sldId="2147483664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3891357667" sldId="2147483665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642670413" sldId="2147483666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3301602234" sldId="2147483667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330293421" sldId="2147483668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113451408" sldId="2147483669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456438086" sldId="2147483670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466188678" sldId="2147483671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93931286" sldId="2147483672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289128501" sldId="2147483673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779570712" sldId="2147483674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4247714473" sldId="2147483675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409220289" sldId="2147483676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1481202393" sldId="2147483677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93163935" sldId="2147483678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1170660570" sldId="2147483679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1669629711" sldId="2147483680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1547792146" sldId="2147483681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662603880" sldId="2147483682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2414676550" sldId="2147483683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1174614135" sldId="2147483684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3995511105" sldId="2147483685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1715506897" sldId="2147483686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3551786114" sldId="2147483687"/>
          </pc:sldLayoutMkLst>
        </pc:sldLayoutChg>
        <pc:sldLayoutChg chg="add mod replId">
          <pc:chgData name="Dhruvraj Sisodiya" userId="35f0a1c6b1a63dc0" providerId="Windows Live" clId="Web-{EFDA7965-C9A7-40FC-BE02-A42B32811747}" dt="2026-10-24T12:43:46.738" v="139"/>
          <pc:sldLayoutMkLst>
            <pc:docMk/>
            <pc:sldMasterMk cId="1765105727" sldId="2147483660"/>
            <pc:sldLayoutMk cId="3870532077" sldId="2147483688"/>
          </pc:sldLayoutMkLst>
        </pc:sldLayoutChg>
      </pc:sldMasterChg>
    </pc:docChg>
  </pc:docChgLst>
  <pc:docChgLst>
    <pc:chgData name="Dhruvraj Sisodiya" userId="35f0a1c6b1a63dc0" providerId="Windows Live" clId="Web-{9D6FCBE1-CC2E-48BE-87C8-7B9FF1C326DC}"/>
    <pc:docChg chg="modSld modMainMaster">
      <pc:chgData name="Dhruvraj Sisodiya" userId="35f0a1c6b1a63dc0" providerId="Windows Live" clId="Web-{9D6FCBE1-CC2E-48BE-87C8-7B9FF1C326DC}" dt="2026-10-26T09:45:01.484" v="1"/>
      <pc:docMkLst>
        <pc:docMk/>
      </pc:docMkLst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56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57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58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59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0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1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2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3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4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5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6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0" sldId="267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4101111954" sldId="268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3602633355" sldId="269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2593658717" sldId="270"/>
        </pc:sldMkLst>
      </pc:sldChg>
      <pc:sldChg chg="modTransition">
        <pc:chgData name="Dhruvraj Sisodiya" userId="35f0a1c6b1a63dc0" providerId="Windows Live" clId="Web-{9D6FCBE1-CC2E-48BE-87C8-7B9FF1C326DC}" dt="2026-10-26T09:45:01.484" v="1"/>
        <pc:sldMkLst>
          <pc:docMk/>
          <pc:sldMk cId="2721725031" sldId="271"/>
        </pc:sldMkLst>
      </pc:sldChg>
      <pc:sldMasterChg chg="modTransition modSldLayout">
        <pc:chgData name="Dhruvraj Sisodiya" userId="35f0a1c6b1a63dc0" providerId="Windows Live" clId="Web-{9D6FCBE1-CC2E-48BE-87C8-7B9FF1C326DC}" dt="2026-10-26T09:45:01.484" v="1"/>
        <pc:sldMasterMkLst>
          <pc:docMk/>
          <pc:sldMasterMk cId="1765105727" sldId="2147483660"/>
        </pc:sldMasterMkLst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4198366301" sldId="2147483661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614991199" sldId="2147483662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1170617468" sldId="2147483663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765997359" sldId="2147483664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3891357667" sldId="2147483665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642670413" sldId="2147483666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3301602234" sldId="2147483667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330293421" sldId="2147483668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113451408" sldId="2147483669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456438086" sldId="2147483670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466188678" sldId="2147483671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93931286" sldId="2147483672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289128501" sldId="2147483673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779570712" sldId="2147483674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4247714473" sldId="2147483675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409220289" sldId="2147483676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1481202393" sldId="2147483677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93163935" sldId="2147483678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1170660570" sldId="2147483679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1669629711" sldId="2147483680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1547792146" sldId="2147483681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662603880" sldId="2147483682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2414676550" sldId="2147483683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1174614135" sldId="2147483684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3995511105" sldId="2147483685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1715506897" sldId="2147483686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3551786114" sldId="2147483687"/>
          </pc:sldLayoutMkLst>
        </pc:sldLayoutChg>
        <pc:sldLayoutChg chg="modTransition">
          <pc:chgData name="Dhruvraj Sisodiya" userId="35f0a1c6b1a63dc0" providerId="Windows Live" clId="Web-{9D6FCBE1-CC2E-48BE-87C8-7B9FF1C326DC}" dt="2026-10-26T09:45:01.484" v="1"/>
          <pc:sldLayoutMkLst>
            <pc:docMk/>
            <pc:sldMasterMk cId="1765105727" sldId="2147483660"/>
            <pc:sldLayoutMk cId="3870532077" sldId="2147483688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366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991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617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9973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357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670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602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293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451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438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1886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312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1285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5707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7144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0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2023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639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660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629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792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603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676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614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5111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5506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7861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320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FigureOut">
              <a:rPr lang="en-US" dirty="0"/>
              <a:t>10/30/2026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6510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881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143052"/>
                </a:solidFill>
                <a:latin typeface="Arial"/>
              </a:defRPr>
            </a:pPr>
            <a:r>
              <a:t>MOVIE TICKET</a:t>
            </a:r>
          </a:p>
          <a:p>
            <a:pPr algn="ctr">
              <a:spcAft>
                <a:spcPts val="800"/>
              </a:spcAft>
              <a:defRPr sz="3400" b="1">
                <a:solidFill>
                  <a:srgbClr val="143052"/>
                </a:solidFill>
                <a:latin typeface="Arial"/>
              </a:defRPr>
            </a:pPr>
            <a:r>
              <a:t>BOOKING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17338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rPr lang="en-US" dirty="0"/>
              <a:t>Student Name: </a:t>
            </a:r>
            <a:r>
              <a:rPr lang="en-US" err="1"/>
              <a:t>Sisodiya</a:t>
            </a:r>
            <a:r>
              <a:rPr lang="en-US"/>
              <a:t> Dhruvrajsinh (12502080601024)</a:t>
            </a:r>
            <a:endParaRPr lang="en-US" dirty="0"/>
          </a:p>
          <a:p>
            <a:pPr algn="just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rPr lang="en-US" dirty="0"/>
              <a:t>                                                          </a:t>
            </a:r>
            <a:r>
              <a:rPr lang="en-US" dirty="0" err="1"/>
              <a:t>Jaimish</a:t>
            </a:r>
            <a:r>
              <a:rPr lang="en-US" dirty="0"/>
              <a:t> </a:t>
            </a:r>
            <a:r>
              <a:rPr lang="en-US" dirty="0" err="1"/>
              <a:t>Kachhiya</a:t>
            </a:r>
            <a:r>
              <a:rPr lang="en-US" dirty="0"/>
              <a:t>  (12502080601041)</a:t>
            </a:r>
            <a:endParaRPr lang="en-US" dirty="0">
              <a:solidFill>
                <a:srgbClr val="000000"/>
              </a:solidFill>
            </a:endParaRPr>
          </a:p>
          <a:p>
            <a:pPr algn="ctr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rPr lang="en-US"/>
              <a:t>                                 Amar Verma (12502080601005)</a:t>
            </a:r>
            <a:endParaRPr lang="en-US">
              <a:solidFill>
                <a:srgbClr val="000000"/>
              </a:solidFill>
            </a:endParaRPr>
          </a:p>
          <a:p>
            <a:pPr algn="ctr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rPr lang="en-US"/>
              <a:t>             Department : Information Technology        </a:t>
            </a:r>
            <a:r>
              <a:rPr lang="en-US" dirty="0"/>
              <a:t>               </a:t>
            </a:r>
            <a:endParaRPr lang="en-US">
              <a:solidFill>
                <a:srgbClr val="000000"/>
              </a:solidFill>
            </a:endParaRPr>
          </a:p>
          <a:p>
            <a:pPr algn="ctr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rPr lang="en-US"/>
              <a:t>                  SEM-3        IT-1                         </a:t>
            </a:r>
            <a:endParaRPr lang="en-US" dirty="0"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5F6973"/>
                </a:solidFill>
                <a:latin typeface="Arial"/>
              </a:defRPr>
            </a:pPr>
            <a:r>
              <a:t>A small database project focused on three core functions.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8303A"/>
                </a:solidFill>
                <a:latin typeface="Arial"/>
              </a:defRPr>
            </a:pPr>
            <a:r>
              <a:t>•  Manage movie show dates, times, screens and ticket prices.</a:t>
            </a:r>
          </a:p>
          <a:p>
            <a:pPr>
              <a:spcAft>
                <a:spcPts val="1500"/>
              </a:spcAft>
              <a:defRPr sz="2200">
                <a:solidFill>
                  <a:srgbClr val="28303A"/>
                </a:solidFill>
                <a:latin typeface="Arial"/>
              </a:defRPr>
            </a:pPr>
            <a:r>
              <a:t>•  Track seats reserved for each show and record booking status.</a:t>
            </a:r>
          </a:p>
          <a:p>
            <a:pPr>
              <a:spcAft>
                <a:spcPts val="1500"/>
              </a:spcAft>
              <a:defRPr sz="2200">
                <a:solidFill>
                  <a:srgbClr val="28303A"/>
                </a:solidFill>
                <a:latin typeface="Arial"/>
              </a:defRPr>
            </a:pPr>
            <a:r>
              <a:t>•  Calculate revenue from confirmed bookings only.</a:t>
            </a:r>
          </a:p>
          <a:p>
            <a:pPr>
              <a:spcAft>
                <a:spcPts val="1500"/>
              </a:spcAft>
              <a:defRPr sz="2200">
                <a:solidFill>
                  <a:srgbClr val="28303A"/>
                </a:solidFill>
                <a:latin typeface="Arial"/>
              </a:defRPr>
            </a:pPr>
            <a:r>
              <a:t>•  Implemented through SQL commands in MariaDB command 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2.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Manual show schedules and seat records can be difficult to maintain.</a:t>
            </a:r>
          </a:p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Duplicate seat reservations must be prevented.</a:t>
            </a:r>
          </a:p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Revenue totals should be calculated accurately from confirmed bookings.</a:t>
            </a:r>
          </a:p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Objective: store related data in tables and retrieve it using SQL queries.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3. Project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52044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2666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2666A8"/>
                </a:solidFill>
                <a:latin typeface="Arial"/>
              </a:defRPr>
            </a:pPr>
            <a:r>
              <a:t>SHOW TIME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t>Movie title • Date • Time • Screen • Ticket price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52044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18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14884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8B8B"/>
                </a:solidFill>
                <a:latin typeface="Arial"/>
              </a:defRPr>
            </a:pPr>
            <a:r>
              <a:t>RESERVED SEAT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97180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t>Show ID • Seat number • Booking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828800"/>
            <a:ext cx="3520440" cy="2468880"/>
          </a:xfrm>
          <a:prstGeom prst="roundRect">
            <a:avLst/>
          </a:prstGeom>
          <a:solidFill>
            <a:srgbClr val="EFF5FB"/>
          </a:solidFill>
          <a:ln>
            <a:solidFill>
              <a:srgbClr val="EFB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2148840"/>
            <a:ext cx="3154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EFB53C"/>
                </a:solidFill>
                <a:latin typeface="Arial"/>
              </a:defRPr>
            </a:pPr>
            <a:r>
              <a:t>BOOKING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971800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28303A"/>
                </a:solidFill>
                <a:latin typeface="Arial"/>
              </a:defRPr>
            </a:pPr>
            <a:r>
              <a:t>Confirmed bookings • Tickets sold • Revenue totals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5F6973"/>
                </a:solidFill>
                <a:latin typeface="Arial"/>
              </a:defRPr>
            </a:pPr>
            <a:r>
              <a:t>Out of scope: online payment gateway, user login, and graphical website/app.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4. 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19005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rial"/>
              </a:defRPr>
            </a:pPr>
            <a:r>
              <a:t>•  Software: MariaDB / MySQL-compatible command-line client.</a:t>
            </a:r>
          </a:p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rial"/>
              </a:defRPr>
            </a:pPr>
            <a:r>
              <a:rPr dirty="0"/>
              <a:t>•  Database: </a:t>
            </a:r>
            <a:r>
              <a:rPr dirty="0" err="1"/>
              <a:t>college_db</a:t>
            </a:r>
            <a:r>
              <a:rPr dirty="0"/>
              <a:t>.</a:t>
            </a:r>
            <a:endParaRPr dirty="0">
              <a:cs typeface="Arial"/>
            </a:endParaRPr>
          </a:p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rial"/>
              </a:defRPr>
            </a:pPr>
            <a:r>
              <a:t>•  Tables used: Movies, Screens, Shows and Bookings.</a:t>
            </a:r>
          </a:p>
          <a:p>
            <a:pPr>
              <a:spcAft>
                <a:spcPts val="1500"/>
              </a:spcAft>
              <a:defRPr sz="2000">
                <a:solidFill>
                  <a:srgbClr val="28303A"/>
                </a:solidFill>
                <a:latin typeface="Arial"/>
              </a:defRPr>
            </a:pPr>
            <a:r>
              <a:t>•  Basic SQL: CREATE TABLE, INSERT, SELECT, JOIN, GROUP BY, UPDATE.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5. ER Diagram &amp;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4E0D21C-6FDC-A336-1EA8-979A8F059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28" y="774915"/>
            <a:ext cx="12198457" cy="6083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6. 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Movies(movie_id PK, title, genre, duration, ...)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Screens(screen_id PK, screen_name, capacity, ...)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Shows(show_id PK, movie_id FK, screen_id FK, show_date, show_time, ticket_price)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Bookings(booking_id PK, show_id FK, seat_no, status)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A unique constraint on (show_id, seat_no) prevents duplicate seat rows for the same show.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7. 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1NF: Each column stores a single value; each record is identifiable by a key.</a:t>
            </a:r>
          </a:p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2NF: Non-key attributes depend on the complete primary key.</a:t>
            </a:r>
          </a:p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3NF: Movie, screen, show and booking details are stored in separate related tables.</a:t>
            </a:r>
          </a:p>
          <a:p>
            <a:pPr>
              <a:spcAft>
                <a:spcPts val="1500"/>
              </a:spcAft>
              <a:defRPr sz="2100">
                <a:solidFill>
                  <a:srgbClr val="28303A"/>
                </a:solidFill>
                <a:latin typeface="Arial"/>
              </a:defRPr>
            </a:pPr>
            <a:r>
              <a:t>•  Benefits: less repeated data, easier updates, and improved consistency.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8. Implementation: Show Time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F6973"/>
                </a:solidFill>
                <a:latin typeface="Arial"/>
              </a:defRPr>
            </a:pPr>
            <a:r>
              <a:t>This query lists each scheduled show with movie title, date, time and ticket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389120"/>
          </a:xfrm>
          <a:prstGeom prst="roundRect">
            <a:avLst/>
          </a:prstGeom>
          <a:solidFill>
            <a:srgbClr val="EFF5F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SELECT s.show_id, m.title, s.show_date,</a:t>
            </a:r>
          </a:p>
          <a:p>
            <a:pPr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       s.show_time, s.ticket_price</a:t>
            </a:r>
          </a:p>
          <a:p>
            <a:pPr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FROM Shows s</a:t>
            </a:r>
          </a:p>
          <a:p>
            <a:pPr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JOIN Movies m ON s.movie_id = m.movie_id</a:t>
            </a:r>
          </a:p>
          <a:p>
            <a:pPr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ORDER BY s.show_date, s.show_time;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9. Implementation: Reserved Seat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F6973"/>
                </a:solidFill>
                <a:latin typeface="Arial"/>
              </a:defRPr>
            </a:pPr>
            <a:r>
              <a:t>Only confirmed reservations are shown as currently booked.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389120"/>
          </a:xfrm>
          <a:prstGeom prst="roundRect">
            <a:avLst/>
          </a:prstGeom>
          <a:solidFill>
            <a:srgbClr val="EFF5F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>
              <a:spcAft>
                <a:spcPts val="200"/>
              </a:spcAft>
              <a:defRPr sz="1900">
                <a:solidFill>
                  <a:srgbClr val="143052"/>
                </a:solidFill>
                <a:latin typeface="Consolas"/>
              </a:defRPr>
            </a:pPr>
            <a:r>
              <a:t>SELECT show_id, seat_no</a:t>
            </a:r>
          </a:p>
          <a:p>
            <a:pPr>
              <a:spcAft>
                <a:spcPts val="200"/>
              </a:spcAft>
              <a:defRPr sz="1900">
                <a:solidFill>
                  <a:srgbClr val="143052"/>
                </a:solidFill>
                <a:latin typeface="Consolas"/>
              </a:defRPr>
            </a:pPr>
            <a:r>
              <a:t>FROM Bookings</a:t>
            </a:r>
          </a:p>
          <a:p>
            <a:pPr>
              <a:spcAft>
                <a:spcPts val="200"/>
              </a:spcAft>
              <a:defRPr sz="1900">
                <a:solidFill>
                  <a:srgbClr val="143052"/>
                </a:solidFill>
                <a:latin typeface="Consolas"/>
              </a:defRPr>
            </a:pPr>
            <a:r>
              <a:t>WHERE status = 'CONFIRMED'</a:t>
            </a:r>
          </a:p>
          <a:p>
            <a:pPr>
              <a:spcAft>
                <a:spcPts val="200"/>
              </a:spcAft>
              <a:defRPr sz="1900">
                <a:solidFill>
                  <a:srgbClr val="143052"/>
                </a:solidFill>
                <a:latin typeface="Consolas"/>
              </a:defRPr>
            </a:pPr>
            <a:r>
              <a:t>ORDER BY show_id, seat_no;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10. Implementation: Revenue Calculation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5F6973"/>
                </a:solidFill>
                <a:latin typeface="Arial"/>
              </a:defRPr>
            </a:pPr>
            <a:r>
              <a:t>Revenue is calculated from confirmed bookings and the ticket price for each show.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89920" cy="4389120"/>
          </a:xfrm>
          <a:prstGeom prst="roundRect">
            <a:avLst/>
          </a:prstGeom>
          <a:solidFill>
            <a:srgbClr val="EFF5FB"/>
          </a:solidFill>
          <a:ln>
            <a:solidFill>
              <a:srgbClr val="D2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182880" rtlCol="0" anchor="ctr"/>
          <a:lstStyle/>
          <a:p>
            <a:pPr algn="ctr"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SELECT COALESCE(SUM(s.ticket_price), 0) AS total_revenue</a:t>
            </a:r>
          </a:p>
          <a:p>
            <a:pPr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FROM Shows s</a:t>
            </a:r>
          </a:p>
          <a:p>
            <a:pPr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JOIN Bookings b ON s.show_id = b.show_id</a:t>
            </a:r>
          </a:p>
          <a:p>
            <a:pPr>
              <a:spcAft>
                <a:spcPts val="200"/>
              </a:spcAft>
              <a:defRPr sz="1800">
                <a:solidFill>
                  <a:srgbClr val="143052"/>
                </a:solidFill>
                <a:latin typeface="Consolas"/>
              </a:defRPr>
            </a:pPr>
            <a:r>
              <a:t>WHERE b.status = 'CONFIRMED';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2F8F-8F6E-5E4F-CB77-2466003C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2146515" cy="342254"/>
          </a:xfrm>
        </p:spPr>
        <p:txBody>
          <a:bodyPr>
            <a:normAutofit fontScale="90000"/>
          </a:bodyPr>
          <a:lstStyle/>
          <a:p>
            <a:r>
              <a:rPr lang="en-US">
                <a:ea typeface="Calibri"/>
                <a:cs typeface="Calibri"/>
              </a:rPr>
              <a:t>OUTPUT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D3CA0-AD58-C60E-2AB5-473104D7A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43" y="799651"/>
            <a:ext cx="5279272" cy="2222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A42757-457C-5229-BDB3-04DE695A4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25" y="3031533"/>
            <a:ext cx="5279272" cy="2461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FE6FFD-2520-FEDA-1336-4F5D7A295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466" y="801553"/>
            <a:ext cx="5271941" cy="1967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805ECB-BB80-427C-06C6-976698C49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466" y="3035892"/>
            <a:ext cx="5269747" cy="245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119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AF7141-EF3E-F4B9-1F03-BE8F2D976B04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2146515" cy="342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Calibri"/>
                <a:cs typeface="Calibri"/>
              </a:rPr>
              <a:t>OUTPUT</a:t>
            </a:r>
            <a:endParaRPr lang="en-US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03C5350-4CD8-4FCF-80A6-9BB790E7D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43" y="799651"/>
            <a:ext cx="5279272" cy="19636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B6FE9E-663C-EB64-CE03-DEC8A95F0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88" y="736976"/>
            <a:ext cx="8601882" cy="32401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01D616-98A2-1E26-A3C0-C308C806CF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73" y="4133689"/>
            <a:ext cx="8601882" cy="27235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8AF3406-607D-B789-661C-FA6629F8B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343" y="-1034351"/>
            <a:ext cx="52750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333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C52791-AE95-B76D-2F88-75C25FAA3A0A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2146515" cy="342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ea typeface="Calibri"/>
                <a:cs typeface="Calibri"/>
              </a:rPr>
              <a:t>OUTPUT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6EB4DD-2C4E-30C7-DFB8-C0CC7E540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77" y="914723"/>
            <a:ext cx="7248686" cy="20322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550E23-1A86-1148-C3CA-81C90BB74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36" y="5076502"/>
            <a:ext cx="9435562" cy="17677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A6A021-F022-CF70-CB0C-28213E0DB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36" y="2945485"/>
            <a:ext cx="9551799" cy="22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58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43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11. Testing,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Test 1: Display scheduled shows with movie details.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Test 2: Display confirmed seats and verify seat status.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Test 3: Insert or update a booking and verify the result.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Test 4: Calculate revenue while excluding cancelled bookings.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Conclusion: The database supports the three project requirements.</a:t>
            </a:r>
          </a:p>
          <a:p>
            <a:pPr>
              <a:spcAft>
                <a:spcPts val="1500"/>
              </a:spcAft>
              <a:defRPr sz="1800">
                <a:solidFill>
                  <a:srgbClr val="28303A"/>
                </a:solidFill>
                <a:latin typeface="Arial"/>
              </a:defRPr>
            </a:pPr>
            <a:r>
              <a:t>•  Future scope: customer records, payment gateway, online interface and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F6973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C820A2-767F-40CD-165E-3048EAE39245}"/>
              </a:ext>
            </a:extLst>
          </p:cNvPr>
          <p:cNvSpPr txBox="1"/>
          <p:nvPr/>
        </p:nvSpPr>
        <p:spPr>
          <a:xfrm>
            <a:off x="2841356" y="1937288"/>
            <a:ext cx="671593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1725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Editorial">
      <a:majorFont>
        <a:latin typeface="Haettenschweiler" panose="020B0706040902060204"/>
        <a:ea typeface=""/>
        <a:cs typeface=""/>
      </a:majorFont>
      <a:minorFont>
        <a:latin typeface="Trade Gothic Next Light"/>
        <a:ea typeface=""/>
        <a:cs typeface=""/>
      </a:minorFont>
    </a:fontScheme>
    <a:fmtScheme name="Editori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2F21523F-1450-4BBE-8D19-3F14BB3ECA64}" vid="{44B8AA04-B608-4B8B-B4C4-CA5F4F453F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190</cp:revision>
  <dcterms:created xsi:type="dcterms:W3CDTF">2013-01-27T09:14:16Z</dcterms:created>
  <dcterms:modified xsi:type="dcterms:W3CDTF">2026-10-30T12:07:40Z</dcterms:modified>
  <cp:category/>
</cp:coreProperties>
</file>